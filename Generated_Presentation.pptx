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69" r:id="rId22"/>
  </p:sldIdLst>
  <p:sldSz cx="18288000" cy="10287000"/>
  <p:notesSz cx="6858000" cy="9144000"/>
  <p:embeddedFontLst>
    <p:embeddedFont>
      <p:font typeface="The Seaso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7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3" Type="http://schemas.openxmlformats.org/officeDocument/2006/relationships/font" Target="fonts/font1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473003" y="5219707"/>
            <a:ext cx="8270909" cy="83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4579" b="1">
                <a:solidFill>
                  <a:srgbClr val="F0C455"/>
                </a:solidFill>
                <a:latin typeface="The Seasons Bold"/>
              </a:rPr>
              <a:t>Hasssan Warsame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94821" y="3550402"/>
            <a:ext cx="13324336" cy="159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Fiqh of Divorce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6440" y="6265288"/>
            <a:ext cx="7884033" cy="83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4579" b="1">
                <a:solidFill>
                  <a:srgbClr val="F0C455"/>
                </a:solidFill>
                <a:latin typeface="The Seasons Bold"/>
              </a:rPr>
              <a:t>Week 3: November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E0F39-A9FF-5CCD-DCA8-1011E671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E6B578-F3DF-EB5A-F4D7-4E0024EFE44B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87E86FC-641B-B1A8-027B-789224533414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C186E47-3758-BDE3-33DE-9C41527075E5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5E2D20-16E0-15D4-BE6F-21646C7CD247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431302-0954-B2A4-A3AF-33344EF7012C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80630F9-149A-728F-7A1E-E04666086518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B597BD2-E801-4064-1850-6ED7D92D5ED1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1676C95-1408-A1A2-09D2-7A67FE0439D2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95A83D-CC45-1089-A8AB-E815CA77F21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600F262-D6DB-B99B-B364-ED75F747C5DB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CD8BEB3-FF5B-0940-16D7-62E383AE5BB4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Introduction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31F2DA3-BE85-CF96-7F4F-7CB6E57708AB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الحمد لله، والصلاة والسلام على رسول الله، وعلى آله وصحبه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Divorce (*ṭalāq*) is a legislated action in Islam.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Ends marital bond immediately or after ʿiddah.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Can occur through words, writing, or gestures.</a:t>
            </a:r>
          </a:p>
        </p:txBody>
      </p:sp>
    </p:spTree>
    <p:extLst>
      <p:ext uri="{BB962C8B-B14F-4D97-AF65-F5344CB8AC3E}">
        <p14:creationId xmlns:p14="http://schemas.microsoft.com/office/powerpoint/2010/main" val="177975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E7E7E-11C2-710A-71F6-DA120089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2F5E3C-DFB6-EB8D-CA4F-9728D33EE01A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8A287C7-E9E6-1151-C448-5D38528EB081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FEACA85-8C45-14B4-03DE-DEAE1585DEA6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D2C3287-0F79-60D8-8633-F4DD937344A6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90F281-F58B-B244-4F76-D5E9CDB6A62E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555F284-124C-BB92-5FB2-09F7A354F052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9B12EB3-6418-41ED-33F9-078C2C4BFB96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8BC0F1B-C960-930C-8E2F-98B9AC28DC64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87B43D3-64BB-0E1B-DBFC-A859F8DA8EE9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D0308C8-5ACE-1234-FD8C-E8994E951AE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1F34E5-7EB3-DEC2-BC50-CC4832C50724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Definition of Ṭalāq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0E1A29-626C-0B69-8464-900D98218682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Divorce = dissolution of the marriage bond.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Types: Immediate (*bā’in*) or eventual (*rajʿī* after ʿiddah).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Methods: Explicit wording, implicit wording, writing, gestures.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Judicial rulings or *khulʿ* are also valid.</a:t>
            </a:r>
          </a:p>
        </p:txBody>
      </p:sp>
    </p:spTree>
    <p:extLst>
      <p:ext uri="{BB962C8B-B14F-4D97-AF65-F5344CB8AC3E}">
        <p14:creationId xmlns:p14="http://schemas.microsoft.com/office/powerpoint/2010/main" val="44419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E9751-ACEB-C93F-8AAD-42CB62AA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B05887-E888-FAE5-0F0C-58588D6B898D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6B14392-3E65-1A5E-8411-5CBA15C2ACBF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3C794FB-FDAD-EBFD-EB5A-5490E208FF23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618915B-5ECB-4A26-2273-45C337950D7D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C2AA3C3-B722-060F-2A13-0446EFFC8781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178440F-1A5E-F84C-9296-D90EC24BA6A7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FB2AB84-092D-EE4A-634B-A9733AC83BB6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18F8B49-E647-B650-7928-3312033D148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D2A245D-1CD9-9E5E-B9C3-BE4B534E7F4E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3BCBFB6-7624-56FE-8E90-3EF907B27FA4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D1AA193-A799-32FB-6D48-5F6AB1C2683D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Legitimacy of Divorce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58D747-6FFB-5BB1-1757-71C2CF20074E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Divorce is permissible based on Qur’an and Sunnah.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Supported by consensus among scholars.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Wisdom includes removing harm and resolving disputes.</a:t>
            </a:r>
          </a:p>
        </p:txBody>
      </p:sp>
    </p:spTree>
    <p:extLst>
      <p:ext uri="{BB962C8B-B14F-4D97-AF65-F5344CB8AC3E}">
        <p14:creationId xmlns:p14="http://schemas.microsoft.com/office/powerpoint/2010/main" val="4249343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C4996-8254-9DC0-50F7-C321B9AD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6C16BF-15A9-6AA4-6EAF-583479298015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8212A0-F731-F187-EB6D-158E6D068454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B3F9AEA-3B72-57C0-4F56-4123BF725F53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055B958-C5D5-9758-D9E5-BE68FC8A5F45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EFCA8C-2FBF-0BAE-AE30-66EAA5D8C35A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18C7DAB-B8A6-1D85-4872-203B506BFAB4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3995F5-AAE4-1C9E-65DF-28E6B7A4172F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C4B307F-759F-0992-1B03-B853CE21B16F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9EF6B55-466F-35FA-4654-8801CBAF7AD5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A2039EB-3F42-A038-E533-1F959DC73800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BA7D46B-3B00-B8EC-7DB8-AD733BB4D0B1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Five Legal Rulings of Divorce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9AA5377-AC0E-E632-EA56-27021398A007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1. Prohibited (حرام): During menstruation or after intercourse.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2. Disliked (Makrūh): When marriage is stable.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3. Obligatory (Wājib): After īlāʾ or court-ordered.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4. Recommended (Mandūb): Due to neglect or hardship.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5. Permissible (Mubāḥ): Incompatibility or bad character.</a:t>
            </a:r>
          </a:p>
        </p:txBody>
      </p:sp>
    </p:spTree>
    <p:extLst>
      <p:ext uri="{BB962C8B-B14F-4D97-AF65-F5344CB8AC3E}">
        <p14:creationId xmlns:p14="http://schemas.microsoft.com/office/powerpoint/2010/main" val="99586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84110-CF3A-18A8-BA0C-50B4C90B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3CE9B2-17BD-B60E-A672-B0E19C6EEC9D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7AA8C8-7535-0024-C821-8DAD1892B31D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7C0D1AD-216F-E01D-E5F9-1D3611A1B70B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B4C14B0-8843-08BC-525A-68B6DAF0EECA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8762524-90D7-A26E-3330-596C16AA6AEB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D858EA0-A719-D6DE-BCCC-5A3524013D30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857751E-A327-8B77-9B79-3E7FCC2550E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C8FC644-995A-F51E-79BA-734412407B37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0DB9CD6-2904-BFD3-8889-9CA9DE91CF1E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F02B3E3-6014-E908-CE04-B1A410D81D3F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DEF6529-926F-D97D-9BD8-409BBF0CF45C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Conditions Related to the Husband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E3CED88-182E-FC6C-2661-60C8CD1B307B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Must be a legal husband.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Must be adult (bāligh) and sane (‘āqil).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Must act intentionally and voluntarily.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Drunken divorce can be valid if intentional.</a:t>
            </a:r>
          </a:p>
        </p:txBody>
      </p:sp>
    </p:spTree>
    <p:extLst>
      <p:ext uri="{BB962C8B-B14F-4D97-AF65-F5344CB8AC3E}">
        <p14:creationId xmlns:p14="http://schemas.microsoft.com/office/powerpoint/2010/main" val="363844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71F44-57C7-7D59-3A96-23703E22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C642AB-17EE-FBF4-327D-03B21249E154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2D3FDEC-B7D0-1B08-F3BE-E40005906FB6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F0BB421-8D6C-A275-3EB2-B27C5E92622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8F525B-F4D2-7995-807D-5AB79F83A093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B0FF9B-0909-114E-32E2-E7045B5551FB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7BF231F-7A05-E184-803D-FC4EE9C4A79B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559FD0-B970-61AC-95FE-7D8AA3F6D04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3FCBFE2-8CBA-33D4-4A90-6E6836EC33F3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5AA7625-47C1-79A9-0ECE-7B7045E33A82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20153FF-4C61-4249-1DC7-F03D7BF4559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C99AC8F-9D31-580F-A3C8-6B13E1B6B8F5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Conditions Related to the Wife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7A6940-BA93-FBF3-5AD4-E263F40BD379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Divorce applies if she is currently married.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Applies in revocable divorce ʿiddah.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Not applicable in irrevocable divorce cases.</a:t>
            </a:r>
          </a:p>
        </p:txBody>
      </p:sp>
    </p:spTree>
    <p:extLst>
      <p:ext uri="{BB962C8B-B14F-4D97-AF65-F5344CB8AC3E}">
        <p14:creationId xmlns:p14="http://schemas.microsoft.com/office/powerpoint/2010/main" val="158718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272FB-4CAA-C1D7-A7CA-9589809D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8D60B8-DA7D-D4EE-418A-20F1ED671B56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7DED6EF-F34C-7BE6-BD8E-EFDAD5026977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54F18D3-1462-C1B7-945E-F036C6EBCB0F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1AF8F5F-7A82-5113-905E-F6A1BD05F63E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A2C2646-0207-0C63-D413-96B3BE5151E4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47C324E-4292-EA5B-EB89-F37CC966005E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A0CF7BC-5365-C12B-8B01-8A15F8F00A6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4B7D8A8-5220-FCB8-C6C0-4451302D93E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3A05CC-B213-3E68-9AA8-CB3100112EBC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7F56550-48D0-E346-0FB0-08423418601B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1B510B-98CE-1714-FD9D-5D2C98199E23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Conditions Related to the Wording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687BA8-2D9D-7129-A44A-C1B7BF11D8AB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Valid via explicit wording (e.g., 'You are divorced').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Implicit wording requires intention.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Writing is valid if intended.</a:t>
            </a:r>
          </a:p>
        </p:txBody>
      </p:sp>
    </p:spTree>
    <p:extLst>
      <p:ext uri="{BB962C8B-B14F-4D97-AF65-F5344CB8AC3E}">
        <p14:creationId xmlns:p14="http://schemas.microsoft.com/office/powerpoint/2010/main" val="54510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1E310-C6AB-DE45-9A38-2DAC6F23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EB8EF2-A37E-7106-CF03-49D17949D6EF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C506CA-2E00-7890-A1A3-E5AAEA7FC35D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0DDE501-57A3-BBC2-BC7B-04F23A8D571E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8FDD4F1-D414-CBD3-528F-539E19EB8E5B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D0F7DB7-E853-A426-063C-846D4C12A91A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A0D1826-D06B-78D7-989E-25EC2C6C4705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9D76B66-E8AC-E6E3-21F7-AB6C0C5ACD3B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6547A9E-5D94-126D-237A-CDFE402156DF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95D1189-C34B-0920-993D-0E9AC3965AE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34E600E-084D-DFB9-5B62-0AD580F317A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1B3E8FF-13E3-A536-F0DE-C44884D7D58E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Explicit vs Implicit Divorce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F032B05-A71D-C277-F031-14D65A8CC38A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Explicit (صريح): Specific words accepted across schools.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Implicit (كناية): Phrases need intention to count.</a:t>
            </a:r>
          </a:p>
        </p:txBody>
      </p:sp>
    </p:spTree>
    <p:extLst>
      <p:ext uri="{BB962C8B-B14F-4D97-AF65-F5344CB8AC3E}">
        <p14:creationId xmlns:p14="http://schemas.microsoft.com/office/powerpoint/2010/main" val="248623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0515F-6536-AB82-22B3-0CE0434A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59A9B9-6BD7-B2C9-7E4C-1BCFFE3E65C4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7D867A4-77E2-A079-AB16-91D0ADEED542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C52052A-6E60-442B-C34F-5B4382322868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5C8F9F7-380C-314A-FB06-12ED67745CEE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F769323-89C9-9A9B-C916-5525D6DB450F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22D085-FDDF-8AEB-F937-F57E5618636B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6A986BE-2371-3F20-9392-4684AF89B2FF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ED6BDCE-A0FC-DB3E-2318-29D432548D56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D3A301F-FCE9-7C51-5A57-1BB11B99DEA2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F24145E-3DBE-8F77-2FF9-FEC0D6613C5A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AD7DA1-8F92-4BF4-6DEB-98414BF9A110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Cases Where Divorce Does NOT Occur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1207199-4428-7681-3A9C-24547EF31300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Mistaken wording or coerced divorce.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Unconsciousness or severe anger causing loss of awareness.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No effect from mere intent or thought of divorce.</a:t>
            </a:r>
          </a:p>
        </p:txBody>
      </p:sp>
    </p:spTree>
    <p:extLst>
      <p:ext uri="{BB962C8B-B14F-4D97-AF65-F5344CB8AC3E}">
        <p14:creationId xmlns:p14="http://schemas.microsoft.com/office/powerpoint/2010/main" val="1204267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06C55-6B62-2DF2-A655-5190A3E3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1B8332-4670-EA98-555D-997AF4575180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C6348A-559F-AC50-E8AC-F8760E61FF5E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6512BD9-FB3A-31FE-0627-120AEBD58C5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C21CC9-21C9-782A-5C8E-8EA68052DA4A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3FE5BA9-34E0-577E-2DAD-40A383778643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29A16E3-4602-DE3A-4E82-C527A5788F2D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BD8D656-7B10-A055-7021-57D1053D39C4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59DC472-18BB-7418-F976-0EB463347AF2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BEF0810-9167-87C0-BE29-189025F84AD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2F32378-0F51-EA75-4EAC-5FDC6B7BCC30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986D0A8-3538-ADE7-9B2F-7676ACE774C3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‘Iddah (Waiting Period) After Divorce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790D18-2678-2A64-B7B0-5D5AE4B86F02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Begins from pronouncement, not court ruling.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Woman must stay in marital home during ʿiddah.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Cannot remarry until ʿiddah ends.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Qur’anic evidence: 'Do not send them out of your homes...' (65:1)</a:t>
            </a:r>
          </a:p>
        </p:txBody>
      </p:sp>
    </p:spTree>
    <p:extLst>
      <p:ext uri="{BB962C8B-B14F-4D97-AF65-F5344CB8AC3E}">
        <p14:creationId xmlns:p14="http://schemas.microsoft.com/office/powerpoint/2010/main" val="328659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EBD5-72DE-F0BA-B44C-DBDD8D4D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266252-4197-DE85-4CB7-8810E7693782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46AA77-0826-47D0-B4AB-412E5FE04784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4BE491-D329-1FAD-C1B8-466AD08821B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A34724E-50C0-1979-DD4E-D5B6494AC5A1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C8779F8-CAAC-D6A6-CDEC-BA29D37D7D7D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475474-FBE6-55E3-9C75-A7F7F8401A93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0FF1DEB-8F76-A6F5-82B9-4F5BB44CF9CE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CF6F785-CAAE-89BC-54CE-2C664CD29801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7C2DA55-31D6-8570-5DEC-8FFC515F10AD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E7BDB7E-C889-73E5-769B-3B5DFA825C35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E4DA325-1564-E8F9-12D8-30E00BAB109F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Types of ‘Iddah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8F63214-E343-F1CB-5590-4921BB4009E6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1. Pregnant: until childbirth (65:4).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2. Non-pregnant, menstruating: three cycles (2:228).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3. Non-menstruating: three lunar months (65:4).</a:t>
            </a:r>
          </a:p>
        </p:txBody>
      </p:sp>
    </p:spTree>
    <p:extLst>
      <p:ext uri="{BB962C8B-B14F-4D97-AF65-F5344CB8AC3E}">
        <p14:creationId xmlns:p14="http://schemas.microsoft.com/office/powerpoint/2010/main" val="236412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D1093-CC84-B47B-96C5-885FA65E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22984C-A72F-1DB9-83AB-A1EA12470B24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5CD842A-A11E-DB2E-6F7F-6B6C9F6E94E5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2DCD506-0870-F4A5-A035-D9A966F7C9D2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9D59F06-9926-FAA5-6A77-260DD95A6D75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0B33DE4-8120-CD7B-D654-8AFFCB952644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95A9BF5-70A5-9DAA-3EBC-22830F908614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8980E5A-0D8F-DDF5-24BF-9A6635F7D440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CB2F1A9-10D2-45FF-6660-EEDD196D06D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C21410C-57E8-295F-8B37-FC6DB7CA7F6F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8964352-CFB1-673E-A6C4-16F2F9A46B3F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C570D2-9966-DAC3-133E-2C8F4911FCA4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445" b="1">
                <a:solidFill>
                  <a:srgbClr val="F0C455"/>
                </a:solidFill>
                <a:latin typeface="The Seasons Bold"/>
              </a:rPr>
              <a:t>Special Cases of Divorce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CEEF7D0-87EA-981E-B385-7D4A109AEBA6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'Ṭāliq' alone is invalid unless addressed to wife.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Intent alone is also invalid.</a:t>
            </a:r>
          </a:p>
          <a:p>
            <a:pPr/>
            <a:r>
              <a:rPr sz="4579" b="1">
                <a:solidFill>
                  <a:srgbClr val="F0C455"/>
                </a:solidFill>
                <a:latin typeface="The Seasons Bold"/>
              </a:rPr>
              <a:t>• No divorce if husband is unaware or coerced.</a:t>
            </a:r>
          </a:p>
        </p:txBody>
      </p:sp>
    </p:spTree>
    <p:extLst>
      <p:ext uri="{BB962C8B-B14F-4D97-AF65-F5344CB8AC3E}">
        <p14:creationId xmlns:p14="http://schemas.microsoft.com/office/powerpoint/2010/main" val="96055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1000</Words>
  <Application>Microsoft Office PowerPoint</Application>
  <PresentationFormat>Custom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The Seasons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Uloom Hadith 4/24</dc:title>
  <cp:lastModifiedBy>Umair Qidwai</cp:lastModifiedBy>
  <cp:revision>12</cp:revision>
  <dcterms:created xsi:type="dcterms:W3CDTF">2006-08-16T00:00:00Z</dcterms:created>
  <dcterms:modified xsi:type="dcterms:W3CDTF">2025-10-29T18:22:08Z</dcterms:modified>
  <dc:identifier>DAGllnlhqHA</dc:identifier>
</cp:coreProperties>
</file>