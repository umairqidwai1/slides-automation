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85" r:id="rId15"/>
    <p:sldId id="286" r:id="rId16"/>
    <p:sldId id="287" r:id="rId17"/>
    <p:sldId id="288" r:id="rId18"/>
    <p:sldId id="289" r:id="rId19"/>
    <p:sldId id="290" r:id="rId20"/>
    <p:sldId id="291" r:id="rId21"/>
    <p:sldId id="269" r:id="rId22"/>
  </p:sldIdLst>
  <p:sldSz cx="18288000" cy="10287000"/>
  <p:notesSz cx="6858000" cy="9144000"/>
  <p:embeddedFontLst>
    <p:embeddedFont>
      <p:font typeface="The Seaso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74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6473003" y="5219707"/>
            <a:ext cx="8270909" cy="835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 err="1">
                <a:solidFill>
                  <a:srgbClr val="F0C45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Ustadh</a:t>
            </a:r>
            <a:r>
              <a:rPr lang="en-US" sz="5199" b="1" dirty="0">
                <a:solidFill>
                  <a:srgbClr val="F0C45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Mohammed Noor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94821" y="3550402"/>
            <a:ext cx="13324336" cy="1593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479"/>
              </a:lnSpc>
            </a:pPr>
            <a:r>
              <a:rPr lang="en-US" sz="8914" b="1" dirty="0">
                <a:solidFill>
                  <a:srgbClr val="F0C45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The Science of Scripture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6440" y="6265288"/>
            <a:ext cx="7884033" cy="8354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F0C455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Week 10: September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EE0F39-A9FF-5CCD-DCA8-1011E6713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4E6B578-F3DF-EB5A-F4D7-4E0024EFE44B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87E86FC-641B-B1A8-027B-789224533414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C186E47-3758-BDE3-33DE-9C41527075E5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835E2D20-16E0-15D4-BE6F-21646C7CD247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2431302-0954-B2A4-A3AF-33344EF7012C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80630F9-149A-728F-7A1E-E04666086518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B597BD2-E801-4064-1850-6ED7D92D5ED1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1676C95-1408-A1A2-09D2-7A67FE0439D2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DD95A83D-CC45-1089-A8AB-E815CA77F216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600F262-D6DB-B99B-B364-ED75F747C5DB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CD8BEB3-FF5B-0940-16D7-62E383AE5BB4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31F2DA3-BE85-CF96-7F4F-7CB6E57708AB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177975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CE7E7E-11C2-710A-71F6-DA120089C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32F5E3C-DFB6-EB8D-CA4F-9728D33EE01A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8A287C7-E9E6-1151-C448-5D38528EB081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FEACA85-8C45-14B4-03DE-DEAE1585DEA6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D2C3287-0F79-60D8-8633-F4DD937344A6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090F281-F58B-B244-4F76-D5E9CDB6A62E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555F284-124C-BB92-5FB2-09F7A354F052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D9B12EB3-6418-41ED-33F9-078C2C4BFB96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58BC0F1B-C960-930C-8E2F-98B9AC28DC64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87B43D3-64BB-0E1B-DBFC-A859F8DA8EE9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BD0308C8-5ACE-1234-FD8C-E8994E951AE6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A1F34E5-7EB3-DEC2-BC50-CC4832C50724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60E1A29-626C-0B69-8464-900D98218682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444198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BE9751-ACEB-C93F-8AAD-42CB62AA1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BB05887-E888-FAE5-0F0C-58588D6B898D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6B14392-3E65-1A5E-8411-5CBA15C2ACBF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3C794FB-FDAD-EBFD-EB5A-5490E208FF23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618915B-5ECB-4A26-2273-45C337950D7D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C2AA3C3-B722-060F-2A13-0446EFFC8781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178440F-1A5E-F84C-9296-D90EC24BA6A7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FB2AB84-092D-EE4A-634B-A9733AC83BB6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18F8B49-E647-B650-7928-3312033D1488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D2A245D-1CD9-9E5E-B9C3-BE4B534E7F4E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3BCBFB6-7624-56FE-8E90-3EF907B27FA4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D1AA193-A799-32FB-6D48-5F6AB1C2683D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758D747-6FFB-5BB1-1757-71C2CF20074E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4249343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DC4996-8254-9DC0-50F7-C321B9ADA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26C16BF-15A9-6AA4-6EAF-583479298015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78212A0-F731-F187-EB6D-158E6D068454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B3F9AEA-3B72-57C0-4F56-4123BF725F53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055B958-C5D5-9758-D9E5-BE68FC8A5F45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4EFCA8C-2FBF-0BAE-AE30-66EAA5D8C35A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18C7DAB-B8A6-1D85-4872-203B506BFAB4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E3995F5-AAE4-1C9E-65DF-28E6B7A4172F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C4B307F-759F-0992-1B03-B853CE21B16F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9EF6B55-466F-35FA-4654-8801CBAF7AD5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A2039EB-3F42-A038-E533-1F959DC73800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BA7D46B-3B00-B8EC-7DB8-AD733BB4D0B1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9AA5377-AC0E-E632-EA56-27021398A007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995863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084110-CF3A-18A8-BA0C-50B4C90BA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3CE9B2-17BD-B60E-A672-B0E19C6EEC9D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F7AA8C8-7535-0024-C821-8DAD1892B31D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7C0D1AD-216F-E01D-E5F9-1D3611A1B70B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B4C14B0-8843-08BC-525A-68B6DAF0EECA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8762524-90D7-A26E-3330-596C16AA6AEB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7D858EA0-A719-D6DE-BCCC-5A3524013D30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C857751E-A327-8B77-9B79-3E7FCC2550E8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FC8FC644-995A-F51E-79BA-734412407B37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10DB9CD6-2904-BFD3-8889-9CA9DE91CF1E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9F02B3E3-6014-E908-CE04-B1A410D81D3F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DEF6529-926F-D97D-9BD8-409BBF0CF45C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E3CED88-182E-FC6C-2661-60C8CD1B307B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3638441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571F44-57C7-7D59-3A96-23703E223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C642AB-17EE-FBF4-327D-03B21249E154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22D3FDEC-B7D0-1B08-F3BE-E40005906FB6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F0BB421-8D6C-A275-3EB2-B27C5E92622A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88F525B-F4D2-7995-807D-5AB79F83A093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4B0FF9B-0909-114E-32E2-E7045B5551FB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7BF231F-7A05-E184-803D-FC4EE9C4A79B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E559FD0-B970-61AC-95FE-7D8AA3F6D048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B3FCBFE2-8CBA-33D4-4A90-6E6836EC33F3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5AA7625-47C1-79A9-0ECE-7B7045E33A82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D20153FF-4C61-4249-1DC7-F03D7BF45596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4C99AC8F-9D31-580F-A3C8-6B13E1B6B8F5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87A6940-BA93-FBF3-5AD4-E263F40BD379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1587188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272FB-4CAA-C1D7-A7CA-9589809D8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08D60B8-DA7D-D4EE-418A-20F1ED671B56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7DED6EF-F34C-7BE6-BD8E-EFDAD5026977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54F18D3-1462-C1B7-945E-F036C6EBCB0F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1AF8F5F-7A82-5113-905E-F6A1BD05F63E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A2C2646-0207-0C63-D413-96B3BE5151E4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847C324E-4292-EA5B-EB89-F37CC966005E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A0CF7BC-5365-C12B-8B01-8A15F8F00A68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4B7D8A8-5220-FCB8-C6C0-4451302D93E8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E3A05CC-B213-3E68-9AA8-CB3100112EBC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7F56550-48D0-E346-0FB0-08423418601B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61B510B-98CE-1714-FD9D-5D2C98199E23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B6687BA8-2D9D-7129-A44A-C1B7BF11D8AB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5451068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E1E310-C6AB-DE45-9A38-2DAC6F238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AEB8EF2-A37E-7106-CF03-49D17949D6EF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7C506CA-2E00-7890-A1A3-E5AAEA7FC35D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0DDE501-57A3-BBC2-BC7B-04F23A8D571E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8FDD4F1-D414-CBD3-528F-539E19EB8E5B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D0F7DB7-E853-A426-063C-846D4C12A91A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A0D1826-D06B-78D7-989E-25EC2C6C4705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F9D76B66-E8AC-E6E3-21F7-AB6C0C5ACD3B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6547A9E-5D94-126D-237A-CDFE402156DF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595D1189-C34B-0920-993D-0E9AC3965AE6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234E600E-084D-DFB9-5B62-0AD580F317A6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1B3E8FF-13E3-A536-F0DE-C44884D7D58E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1F032B05-A71D-C277-F031-14D65A8CC38A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24862365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40515F-6536-AB82-22B3-0CE0434A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B59A9B9-6BD7-B2C9-7E4C-1BCFFE3E65C4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7D867A4-77E2-A079-AB16-91D0ADEED542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C52052A-6E60-442B-C34F-5B4382322868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5C8F9F7-380C-314A-FB06-12ED67745CEE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F769323-89C9-9A9B-C916-5525D6DB450F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722D085-FDDF-8AEB-F937-F57E5618636B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06A986BE-2371-3F20-9392-4684AF89B2FF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1ED6BDCE-A0FC-DB3E-2318-29D432548D56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8D3A301F-FCE9-7C51-5A57-1BB11B99DEA2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F24145E-3DBE-8F77-2FF9-FEC0D6613C5A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6AD7DA1-8F92-4BF4-6DEB-98414BF9A110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1207199-4428-7681-3A9C-24547EF31300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1204267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306C55-6B62-2DF2-A655-5190A3E38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1B8332-4670-EA98-555D-997AF4575180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DC6348A-559F-AC50-E8AC-F8760E61FF5E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6512BD9-FB3A-31FE-0627-120AEBD58C5A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1C21CC9-21C9-782A-5C8E-8EA68052DA4A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3FE5BA9-34E0-577E-2DAD-40A383778643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29A16E3-4602-DE3A-4E82-C527A5788F2D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BD8D656-7B10-A055-7021-57D1053D39C4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59DC472-18BB-7418-F976-0EB463347AF2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6BEF0810-9167-87C0-BE29-189025F84AD6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62F32378-0F51-EA75-4EAC-5FDC6B7BCC30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986D0A8-3538-ADE7-9B2F-7676ACE774C3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3790D18-2678-2A64-B7B0-5D5AE4B86F02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3286594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FFEBD5-72DE-F0BA-B44C-DBDD8D4D5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266252-4197-DE85-4CB7-8810E7693782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946AA77-0826-47D0-B4AB-412E5FE04784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D4BE491-D329-1FAD-C1B8-466AD08821BA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A34724E-50C0-1979-DD4E-D5B6494AC5A1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2C8779F8-CAAC-D6A6-CDEC-BA29D37D7D7D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F4475474-FBE6-55E3-9C75-A7F7F8401A93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0FF1DEB-8F76-A6F5-82B9-4F5BB44CF9CE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CF6F785-CAAE-89BC-54CE-2C664CD29801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7C2DA55-31D6-8570-5DEC-8FFC515F10AD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E7BDB7E-C889-73E5-769B-3B5DFA825C35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E4DA325-1564-E8F9-12D8-30E00BAB109F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8F63214-E343-F1CB-5590-4921BB4009E6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23641287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D1093-CC84-B47B-96C5-885FA65E4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222984C-A72F-1DB9-83AB-A1EA12470B24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5CD842A-A11E-DB2E-6F7F-6B6C9F6E94E5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2DCD506-0870-F4A5-A035-D9A966F7C9D2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9D59F06-9926-FAA5-6A77-260DD95A6D75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30B33DE4-8120-CD7B-D654-8AFFCB952644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E95A9BF5-70A5-9DAA-3EBC-22830F908614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78980E5A-0D8F-DDF5-24BF-9A6635F7D440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CB2F1A9-10D2-45FF-6660-EEDD196D06D8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C21410C-57E8-295F-8B37-FC6DB7CA7F6F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E8964352-CFB1-673E-A6C4-16F2F9A46B3F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09C570D2-9966-DAC3-133E-2C8F4911FCA4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CEEF7D0-87EA-981E-B385-7D4A109AEBA6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960554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F668CE-503F-7FA8-A1C4-AD8BBE85C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E490DB8-C1A1-638E-AA25-5496B57A8FC1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402B48A-5DD6-7EC7-3FA6-2A9FEDFD5323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00C493E-3B6A-C1A9-180E-8ECE0CAA6178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0440CE0E-9203-0A7B-4A85-4BB3953CAF9A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9B76E0C4-63BB-F879-AFC4-F373C398AD7C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94EA7813-5C35-92CD-5A7D-7D9246FDB491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373650F-5ACE-C797-99D5-A29A6368E6CB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E885CA37-248E-0947-25C4-64126505DEFB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ED6B652-670E-B773-7D03-F2AC750AE4D6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6F422B5-BC92-2B62-3385-0EDE2DCE9939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ED89282-F59A-B85C-FEF2-B88C923C05A6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99FB0EB-C9A5-C9D8-FCE2-A66901C5C43C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33619602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6429BB-84FF-DB56-E7F4-C92DBA15D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B4F33A-000E-086F-CB43-CB8680C437D5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9AEBE93-4FB0-E36A-EF1C-65E5C183D1DA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1F7D291-31EF-6D9F-932C-7DFFF6AEF20A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56CD6D3-A073-72BE-B736-1F5850E5A406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692D4053-BCB9-7CF7-B3C8-71C752F23C87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B54256E5-6719-E973-BB92-7D15457EB763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92DEA44-3E09-AF4F-6CAD-BF23BD588492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6EAE9FBC-0E5C-255F-3200-D10A520A6898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2F8ABF4-61AE-0263-38A1-58950591588C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1C2735C9-DFE8-33E9-2D49-D49A54FB0A81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E0E2FE2-FA85-9B1D-961C-233EF1AAC123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A171C08-41E3-867C-6298-5D25DB7FAB29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3297056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BE7FC-9404-7439-4F7E-0527FD5BF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B03796-A62A-7B85-9680-3685A6996B3C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6D5400D-5DB4-44C0-7CAD-1B309819EF83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8D8C3FF-3F1C-F816-F5EF-3551A22559E5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7A6EF0F-076E-78E1-9CD0-8F46AA83A4E4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2A3151C-25E6-C55E-79B2-0543FCA9B4A4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24786E1-CBF8-B848-90C4-5E4BD87739F4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94293B67-7FB3-6590-EFC4-D70105D51078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70AEAAA8-B570-3A97-E3CF-9A875C356451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E1C9735-8CB3-D766-7546-E2C68DF26533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817AED0E-5198-2D65-F39D-20D3B4331FBA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5A17A72-67DB-BD20-2516-0B1FC0D98AC7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972C1EBC-2432-F63F-EB19-B4DC3E3F0747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3289205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A88B9B-5DF4-703F-E1F4-2A2A0C955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A33012B-3457-4F93-A62C-81436FE44FE5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7105C82-2E3E-E965-14F5-7C0C0651B97E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CA2096DA-89E3-416B-10C6-4DB60E183AFD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681AD03-97EA-BC64-ED96-C3B7F389574C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36B9C75-5231-F28D-F8B5-C8BADF8AE8D6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4B115DC6-57DE-71E2-5391-21BDEFD8C95B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E8E2DB95-AFC1-4AF6-E8F4-B297AE93D34F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D97FCC7C-8BAA-9348-B1DE-0E2667CC4DA0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36985A2-49BE-96D8-4299-C641271F8A38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B9119A37-AD52-E251-79C4-AF9991FA0205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75F2B47-C353-E34E-FDCE-D80E79EBD08D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859640D-2DDC-73AD-A961-2E007F3AC4F5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12547268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5F9B4A-187C-D8E6-E304-8C7FF146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BCB0FCD-F1F8-4839-F732-6D0A73D8C8E8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31529FDB-55C0-9E63-A3C8-FBA94E734A59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436E4BA-E272-A294-D34C-4B52E98C1C19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F7720A5-71D1-D3CC-5D30-C40305F4F11A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C6D82A0-8560-5855-7645-7A2D8A94182A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C6AEB8BE-AC71-8D0F-1B06-177702B60656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2049C5C5-3E9F-2D21-FDAD-95808EF34EEF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83A086E0-ECAB-E4F7-A2F8-121E7DF8F8B0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2BD46B0-72E1-8944-EDE4-2109C461737C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4CDA5300-C60A-F75F-E81C-EBF22A9F2AE7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CE01EE55-EAA6-692D-5A0A-BF0F12E56629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D763F7B-CD72-EAFA-8787-D09039358214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2949958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BDD8A7-7BAD-19E9-DB38-C782ED753B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E3DA8A1-06F4-3800-DD11-1CD60249B10D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4CC71FD3-8593-8EA3-21CB-099F01825847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FF07F35-C218-63F6-A3EE-F76FFFE76F86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91DC9DD-7B60-AC00-D468-E2B226971558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C3348CD-479C-19BD-D0EF-74477D2D80BC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2312397C-F88C-EB40-58B9-70788158F6AB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830283B1-6B75-C332-8807-067901B63446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4508401F-AD02-6CBC-C967-84F2ED2ED62E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79919058-A1E1-4191-2146-AF1CB600B8D9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74744FFE-EA2A-C2D7-9CCE-953D83220EC2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F5F81839-626A-710E-8439-00EB86B4F3E1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80E184F5-2F65-DBA4-46A1-A5E3FE068E6E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11562914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D06C1E-9CBA-44A9-A598-C2F9E1B72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3F2E34B-0CAF-EA89-B4A9-E4F99A1AF817}"/>
              </a:ext>
            </a:extLst>
          </p:cNvPr>
          <p:cNvSpPr/>
          <p:nvPr/>
        </p:nvSpPr>
        <p:spPr>
          <a:xfrm>
            <a:off x="-1117126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BE060BF-9E54-7AB7-9CBB-DF5198E852DB}"/>
              </a:ext>
            </a:extLst>
          </p:cNvPr>
          <p:cNvSpPr/>
          <p:nvPr/>
        </p:nvSpPr>
        <p:spPr>
          <a:xfrm rot="-10800000">
            <a:off x="-1117126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44DDA2E-C19F-E7B1-4BDB-5637A5019FF6}"/>
              </a:ext>
            </a:extLst>
          </p:cNvPr>
          <p:cNvSpPr/>
          <p:nvPr/>
        </p:nvSpPr>
        <p:spPr>
          <a:xfrm rot="-10800000">
            <a:off x="354408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A3480664-880E-73B8-9582-65D38ACE4E96}"/>
              </a:ext>
            </a:extLst>
          </p:cNvPr>
          <p:cNvSpPr/>
          <p:nvPr/>
        </p:nvSpPr>
        <p:spPr>
          <a:xfrm rot="-10800000">
            <a:off x="8205301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ADB95138-A06D-45FD-5859-C540B11DA700}"/>
              </a:ext>
            </a:extLst>
          </p:cNvPr>
          <p:cNvSpPr/>
          <p:nvPr/>
        </p:nvSpPr>
        <p:spPr>
          <a:xfrm rot="-10800000">
            <a:off x="12866514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0C5B3CBB-F3E9-235F-9FBC-AEA82175DED7}"/>
              </a:ext>
            </a:extLst>
          </p:cNvPr>
          <p:cNvSpPr/>
          <p:nvPr/>
        </p:nvSpPr>
        <p:spPr>
          <a:xfrm>
            <a:off x="354408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379D66E6-72E3-CA70-61E8-AE33C3C180ED}"/>
              </a:ext>
            </a:extLst>
          </p:cNvPr>
          <p:cNvSpPr/>
          <p:nvPr/>
        </p:nvSpPr>
        <p:spPr>
          <a:xfrm>
            <a:off x="8205301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AEB0050E-3C3D-2615-995A-2F1D3C8B4379}"/>
              </a:ext>
            </a:extLst>
          </p:cNvPr>
          <p:cNvSpPr/>
          <p:nvPr/>
        </p:nvSpPr>
        <p:spPr>
          <a:xfrm>
            <a:off x="12866514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8" y="0"/>
                </a:lnTo>
                <a:lnTo>
                  <a:pt x="5320518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0D5B657B-65A7-4D44-414D-1C9AB4ACF0D3}"/>
              </a:ext>
            </a:extLst>
          </p:cNvPr>
          <p:cNvSpPr/>
          <p:nvPr/>
        </p:nvSpPr>
        <p:spPr>
          <a:xfrm>
            <a:off x="17526318" y="-1477725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F4833D40-19E9-00B1-4A4D-F107BB441B66}"/>
              </a:ext>
            </a:extLst>
          </p:cNvPr>
          <p:cNvSpPr/>
          <p:nvPr/>
        </p:nvSpPr>
        <p:spPr>
          <a:xfrm rot="-10800000">
            <a:off x="17526318" y="5528466"/>
            <a:ext cx="5320517" cy="7641676"/>
          </a:xfrm>
          <a:custGeom>
            <a:avLst/>
            <a:gdLst/>
            <a:ahLst/>
            <a:cxnLst/>
            <a:rect l="l" t="t" r="r" b="b"/>
            <a:pathLst>
              <a:path w="5320517" h="7641676">
                <a:moveTo>
                  <a:pt x="0" y="0"/>
                </a:moveTo>
                <a:lnTo>
                  <a:pt x="5320517" y="0"/>
                </a:lnTo>
                <a:lnTo>
                  <a:pt x="5320517" y="7641677"/>
                </a:lnTo>
                <a:lnTo>
                  <a:pt x="0" y="76416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8631D726-E1EA-FEDD-BA12-68C70BDCC4CA}"/>
              </a:ext>
            </a:extLst>
          </p:cNvPr>
          <p:cNvSpPr txBox="1"/>
          <p:nvPr/>
        </p:nvSpPr>
        <p:spPr>
          <a:xfrm>
            <a:off x="4203391" y="574657"/>
            <a:ext cx="13563182" cy="12160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985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38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Main Components of Hadith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E04B3096-8094-9A8D-701A-50B8F57B47BA}"/>
              </a:ext>
            </a:extLst>
          </p:cNvPr>
          <p:cNvSpPr txBox="1"/>
          <p:nvPr/>
        </p:nvSpPr>
        <p:spPr>
          <a:xfrm>
            <a:off x="4457005" y="2710188"/>
            <a:ext cx="13907195" cy="8986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Isnaad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الإسناد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chain of narrators that leads to the narration.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Essential for tracing the authenticity of a Hadith.</a:t>
            </a:r>
          </a:p>
          <a:p>
            <a:pPr marL="988717" marR="0" lvl="1" indent="-494358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en-US" sz="4579" b="1" i="0" u="none" strike="noStrike" kern="1200" cap="none" spc="0" normalizeH="0" baseline="0" noProof="0" dirty="0" err="1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Matn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 (</a:t>
            </a:r>
            <a:r>
              <a:rPr kumimoji="0" lang="ar-EG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  <a:rtl/>
              </a:rPr>
              <a:t>المتن</a:t>
            </a: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):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actual content or text of the narration itself.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r>
              <a:rPr kumimoji="0" lang="en-US" sz="4579" b="1" i="0" u="none" strike="noStrike" kern="1200" cap="none" spc="0" normalizeH="0" baseline="0" noProof="0" dirty="0">
                <a:ln>
                  <a:noFill/>
                </a:ln>
                <a:solidFill>
                  <a:srgbClr val="F0C455"/>
                </a:solidFill>
                <a:effectLst/>
                <a:uLnTx/>
                <a:uFillTx/>
                <a:latin typeface="The Seasons Bold"/>
                <a:ea typeface="The Seasons Bold"/>
                <a:cs typeface="The Seasons Bold"/>
                <a:sym typeface="The Seasons Bold"/>
              </a:rPr>
              <a:t>The content must align with the principles of Islamic teachings.</a:t>
            </a:r>
          </a:p>
          <a:p>
            <a:pPr marL="1977434" marR="0" lvl="2" indent="-659145" algn="l" defTabSz="914400" rtl="0" eaLnBrk="1" fontAlgn="auto" latinLnBrk="0" hangingPunct="1">
              <a:lnSpc>
                <a:spcPts val="641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⚬"/>
              <a:tabLst/>
              <a:defRPr/>
            </a:pPr>
            <a:endParaRPr kumimoji="0" lang="en-US" sz="4579" b="1" i="0" u="none" strike="noStrike" kern="1200" cap="none" spc="0" normalizeH="0" baseline="0" noProof="0" dirty="0">
              <a:ln>
                <a:noFill/>
              </a:ln>
              <a:solidFill>
                <a:srgbClr val="F0C455"/>
              </a:solidFill>
              <a:effectLst/>
              <a:uLnTx/>
              <a:uFillTx/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</p:spTree>
    <p:extLst>
      <p:ext uri="{BB962C8B-B14F-4D97-AF65-F5344CB8AC3E}">
        <p14:creationId xmlns:p14="http://schemas.microsoft.com/office/powerpoint/2010/main" val="1879228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1000</Words>
  <Application>Microsoft Office PowerPoint</Application>
  <PresentationFormat>Custom</PresentationFormat>
  <Paragraphs>136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The Seasons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Uloom Hadith 4/24</dc:title>
  <cp:lastModifiedBy>Umair Qidwai</cp:lastModifiedBy>
  <cp:revision>12</cp:revision>
  <dcterms:created xsi:type="dcterms:W3CDTF">2006-08-16T00:00:00Z</dcterms:created>
  <dcterms:modified xsi:type="dcterms:W3CDTF">2025-10-29T18:22:08Z</dcterms:modified>
  <dc:identifier>DAGllnlhqHA</dc:identifier>
</cp:coreProperties>
</file>